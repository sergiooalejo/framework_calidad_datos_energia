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D9574-8FC5-0898-4C66-0A6B839EDF31}" v="188" dt="2026-08-08T23:53:45.839"/>
    <p1510:client id="{B78631FB-A9DF-BDBF-EC6A-704CF021061E}" v="10" dt="2026-08-10T23:44:33.980"/>
    <p1510:client id="{E5E32F09-AF2C-304A-697F-1356C0488EDA}" v="197" dt="2026-08-10T00:25:16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Daniela Medina Paipilla" userId="S::laura.paipillamed@usantotomas.edu.co::03eb78ee-b104-4327-b04c-47e54e500431" providerId="AD" clId="Web-{A6B01472-7248-579A-C967-93AE1BB6DC3C}"/>
    <pc:docChg chg="addSld modSld">
      <pc:chgData name="Laura Daniela Medina Paipilla" userId="S::laura.paipillamed@usantotomas.edu.co::03eb78ee-b104-4327-b04c-47e54e500431" providerId="AD" clId="Web-{A6B01472-7248-579A-C967-93AE1BB6DC3C}" dt="2026-08-08T23:19:38.273" v="218"/>
      <pc:docMkLst>
        <pc:docMk/>
      </pc:docMkLst>
      <pc:sldChg chg="addSp delSp modSp">
        <pc:chgData name="Laura Daniela Medina Paipilla" userId="S::laura.paipillamed@usantotomas.edu.co::03eb78ee-b104-4327-b04c-47e54e500431" providerId="AD" clId="Web-{A6B01472-7248-579A-C967-93AE1BB6DC3C}" dt="2026-08-08T23:12:15.085" v="136"/>
        <pc:sldMkLst>
          <pc:docMk/>
          <pc:sldMk cId="2406273178" sldId="256"/>
        </pc:sldMkLst>
        <pc:spChg chg="add mod">
          <ac:chgData name="Laura Daniela Medina Paipilla" userId="S::laura.paipillamed@usantotomas.edu.co::03eb78ee-b104-4327-b04c-47e54e500431" providerId="AD" clId="Web-{A6B01472-7248-579A-C967-93AE1BB6DC3C}" dt="2026-08-08T23:05:10.491" v="69" actId="14100"/>
          <ac:spMkLst>
            <pc:docMk/>
            <pc:sldMk cId="2406273178" sldId="256"/>
            <ac:spMk id="6" creationId="{426024A3-8CE0-BECC-C8EC-A6E10BBD7F07}"/>
          </ac:spMkLst>
        </pc:spChg>
        <pc:spChg chg="add mod">
          <ac:chgData name="Laura Daniela Medina Paipilla" userId="S::laura.paipillamed@usantotomas.edu.co::03eb78ee-b104-4327-b04c-47e54e500431" providerId="AD" clId="Web-{A6B01472-7248-579A-C967-93AE1BB6DC3C}" dt="2026-08-08T23:12:15.085" v="136"/>
          <ac:spMkLst>
            <pc:docMk/>
            <pc:sldMk cId="2406273178" sldId="256"/>
            <ac:spMk id="8" creationId="{70C043A2-60F6-3DE0-5AB5-5242CF94C0F6}"/>
          </ac:spMkLst>
        </pc:spChg>
        <pc:picChg chg="add mod">
          <ac:chgData name="Laura Daniela Medina Paipilla" userId="S::laura.paipillamed@usantotomas.edu.co::03eb78ee-b104-4327-b04c-47e54e500431" providerId="AD" clId="Web-{A6B01472-7248-579A-C967-93AE1BB6DC3C}" dt="2026-08-08T23:01:33.718" v="6" actId="1076"/>
          <ac:picMkLst>
            <pc:docMk/>
            <pc:sldMk cId="2406273178" sldId="256"/>
            <ac:picMk id="4" creationId="{B2B34133-D24B-2FBF-DA3C-29A61A1BFD43}"/>
          </ac:picMkLst>
        </pc:picChg>
        <pc:picChg chg="add mod modCrop">
          <ac:chgData name="Laura Daniela Medina Paipilla" userId="S::laura.paipillamed@usantotomas.edu.co::03eb78ee-b104-4327-b04c-47e54e500431" providerId="AD" clId="Web-{A6B01472-7248-579A-C967-93AE1BB6DC3C}" dt="2026-08-08T23:02:18.282" v="11" actId="1076"/>
          <ac:picMkLst>
            <pc:docMk/>
            <pc:sldMk cId="2406273178" sldId="256"/>
            <ac:picMk id="5" creationId="{EB7DB386-60D5-D6BF-BDD1-327FEF5E1AA7}"/>
          </ac:picMkLst>
        </pc:picChg>
      </pc:sldChg>
      <pc:sldChg chg="addSp delSp modSp new mod setBg">
        <pc:chgData name="Laura Daniela Medina Paipilla" userId="S::laura.paipillamed@usantotomas.edu.co::03eb78ee-b104-4327-b04c-47e54e500431" providerId="AD" clId="Web-{A6B01472-7248-579A-C967-93AE1BB6DC3C}" dt="2026-08-08T23:16:38.376" v="153" actId="1076"/>
        <pc:sldMkLst>
          <pc:docMk/>
          <pc:sldMk cId="1108110529" sldId="257"/>
        </pc:sldMkLst>
        <pc:spChg chg="mod">
          <ac:chgData name="Laura Daniela Medina Paipilla" userId="S::laura.paipillamed@usantotomas.edu.co::03eb78ee-b104-4327-b04c-47e54e500431" providerId="AD" clId="Web-{A6B01472-7248-579A-C967-93AE1BB6DC3C}" dt="2026-08-08T23:16:38.376" v="153" actId="1076"/>
          <ac:spMkLst>
            <pc:docMk/>
            <pc:sldMk cId="1108110529" sldId="257"/>
            <ac:spMk id="2" creationId="{7C3640D2-2E81-41DB-EFD6-EFD829DD5F4F}"/>
          </ac:spMkLst>
        </pc:spChg>
        <pc:spChg chg="add">
          <ac:chgData name="Laura Daniela Medina Paipilla" userId="S::laura.paipillamed@usantotomas.edu.co::03eb78ee-b104-4327-b04c-47e54e500431" providerId="AD" clId="Web-{A6B01472-7248-579A-C967-93AE1BB6DC3C}" dt="2026-08-08T23:12:20.257" v="137"/>
          <ac:spMkLst>
            <pc:docMk/>
            <pc:sldMk cId="1108110529" sldId="257"/>
            <ac:spMk id="7" creationId="{02CBA7A1-5A4E-FDF7-585A-F20A2DDEDDFF}"/>
          </ac:spMkLst>
        </pc:spChg>
        <pc:picChg chg="add mod">
          <ac:chgData name="Laura Daniela Medina Paipilla" userId="S::laura.paipillamed@usantotomas.edu.co::03eb78ee-b104-4327-b04c-47e54e500431" providerId="AD" clId="Web-{A6B01472-7248-579A-C967-93AE1BB6DC3C}" dt="2026-08-08T23:11:41.443" v="127" actId="1076"/>
          <ac:picMkLst>
            <pc:docMk/>
            <pc:sldMk cId="1108110529" sldId="257"/>
            <ac:picMk id="5" creationId="{C772B402-1ABA-3041-3D81-C79C7A05D4EB}"/>
          </ac:picMkLst>
        </pc:picChg>
        <pc:picChg chg="add del mod modCrop">
          <ac:chgData name="Laura Daniela Medina Paipilla" userId="S::laura.paipillamed@usantotomas.edu.co::03eb78ee-b104-4327-b04c-47e54e500431" providerId="AD" clId="Web-{A6B01472-7248-579A-C967-93AE1BB6DC3C}" dt="2026-08-08T23:16:31.391" v="152" actId="1076"/>
          <ac:picMkLst>
            <pc:docMk/>
            <pc:sldMk cId="1108110529" sldId="257"/>
            <ac:picMk id="8" creationId="{614F5184-FE78-8EB3-0527-43A240FA46C9}"/>
          </ac:picMkLst>
        </pc:picChg>
      </pc:sldChg>
      <pc:sldChg chg="addSp delSp modSp add replId">
        <pc:chgData name="Laura Daniela Medina Paipilla" userId="S::laura.paipillamed@usantotomas.edu.co::03eb78ee-b104-4327-b04c-47e54e500431" providerId="AD" clId="Web-{A6B01472-7248-579A-C967-93AE1BB6DC3C}" dt="2026-08-08T23:17:53.019" v="173" actId="1076"/>
        <pc:sldMkLst>
          <pc:docMk/>
          <pc:sldMk cId="2534204460" sldId="259"/>
        </pc:sldMkLst>
        <pc:spChg chg="mod">
          <ac:chgData name="Laura Daniela Medina Paipilla" userId="S::laura.paipillamed@usantotomas.edu.co::03eb78ee-b104-4327-b04c-47e54e500431" providerId="AD" clId="Web-{A6B01472-7248-579A-C967-93AE1BB6DC3C}" dt="2026-08-08T23:17:50.894" v="172" actId="1076"/>
          <ac:spMkLst>
            <pc:docMk/>
            <pc:sldMk cId="2534204460" sldId="259"/>
            <ac:spMk id="2" creationId="{49C89FE9-EE4D-D951-BEB8-AE65E7522BE3}"/>
          </ac:spMkLst>
        </pc:spChg>
        <pc:picChg chg="add mod modCrop">
          <ac:chgData name="Laura Daniela Medina Paipilla" userId="S::laura.paipillamed@usantotomas.edu.co::03eb78ee-b104-4327-b04c-47e54e500431" providerId="AD" clId="Web-{A6B01472-7248-579A-C967-93AE1BB6DC3C}" dt="2026-08-08T23:17:53.019" v="173" actId="1076"/>
          <ac:picMkLst>
            <pc:docMk/>
            <pc:sldMk cId="2534204460" sldId="259"/>
            <ac:picMk id="3" creationId="{9D5066DB-BBCD-4826-31C1-E72288E6AEAE}"/>
          </ac:picMkLst>
        </pc:picChg>
      </pc:sldChg>
      <pc:sldChg chg="addSp delSp modSp add replId">
        <pc:chgData name="Laura Daniela Medina Paipilla" userId="S::laura.paipillamed@usantotomas.edu.co::03eb78ee-b104-4327-b04c-47e54e500431" providerId="AD" clId="Web-{A6B01472-7248-579A-C967-93AE1BB6DC3C}" dt="2026-08-08T23:19:35.304" v="217"/>
        <pc:sldMkLst>
          <pc:docMk/>
          <pc:sldMk cId="974644165" sldId="260"/>
        </pc:sldMkLst>
        <pc:spChg chg="mod">
          <ac:chgData name="Laura Daniela Medina Paipilla" userId="S::laura.paipillamed@usantotomas.edu.co::03eb78ee-b104-4327-b04c-47e54e500431" providerId="AD" clId="Web-{A6B01472-7248-579A-C967-93AE1BB6DC3C}" dt="2026-08-08T23:18:56.537" v="207" actId="1076"/>
          <ac:spMkLst>
            <pc:docMk/>
            <pc:sldMk cId="974644165" sldId="260"/>
            <ac:spMk id="2" creationId="{CCA5E198-A5B4-E1E9-1F91-CB61776F7D84}"/>
          </ac:spMkLst>
        </pc:spChg>
      </pc:sldChg>
      <pc:sldChg chg="add">
        <pc:chgData name="Laura Daniela Medina Paipilla" userId="S::laura.paipillamed@usantotomas.edu.co::03eb78ee-b104-4327-b04c-47e54e500431" providerId="AD" clId="Web-{A6B01472-7248-579A-C967-93AE1BB6DC3C}" dt="2026-08-08T23:19:38.273" v="218"/>
        <pc:sldMkLst>
          <pc:docMk/>
          <pc:sldMk cId="63476591" sldId="261"/>
        </pc:sldMkLst>
      </pc:sldChg>
    </pc:docChg>
  </pc:docChgLst>
  <pc:docChgLst>
    <pc:chgData name="Laura Daniela Medina Paipilla" userId="S::laura.paipillamed@usantotomas.edu.co::03eb78ee-b104-4327-b04c-47e54e500431" providerId="AD" clId="Web-{AD3D9574-8FC5-0898-4C66-0A6B839EDF31}"/>
    <pc:docChg chg="addSld delSld modSld sldOrd">
      <pc:chgData name="Laura Daniela Medina Paipilla" userId="S::laura.paipillamed@usantotomas.edu.co::03eb78ee-b104-4327-b04c-47e54e500431" providerId="AD" clId="Web-{AD3D9574-8FC5-0898-4C66-0A6B839EDF31}" dt="2026-08-08T23:53:45.839" v="188"/>
      <pc:docMkLst>
        <pc:docMk/>
      </pc:docMkLst>
      <pc:sldChg chg="addSp modSp">
        <pc:chgData name="Laura Daniela Medina Paipilla" userId="S::laura.paipillamed@usantotomas.edu.co::03eb78ee-b104-4327-b04c-47e54e500431" providerId="AD" clId="Web-{AD3D9574-8FC5-0898-4C66-0A6B839EDF31}" dt="2026-08-08T23:21:56.718" v="7" actId="1076"/>
        <pc:sldMkLst>
          <pc:docMk/>
          <pc:sldMk cId="974644165" sldId="260"/>
        </pc:sldMkLst>
        <pc:spChg chg="mod">
          <ac:chgData name="Laura Daniela Medina Paipilla" userId="S::laura.paipillamed@usantotomas.edu.co::03eb78ee-b104-4327-b04c-47e54e500431" providerId="AD" clId="Web-{AD3D9574-8FC5-0898-4C66-0A6B839EDF31}" dt="2026-08-08T23:21:56.718" v="7" actId="1076"/>
          <ac:spMkLst>
            <pc:docMk/>
            <pc:sldMk cId="974644165" sldId="260"/>
            <ac:spMk id="2" creationId="{CCA5E198-A5B4-E1E9-1F91-CB61776F7D84}"/>
          </ac:spMkLst>
        </pc:spChg>
        <pc:picChg chg="add mod modCrop">
          <ac:chgData name="Laura Daniela Medina Paipilla" userId="S::laura.paipillamed@usantotomas.edu.co::03eb78ee-b104-4327-b04c-47e54e500431" providerId="AD" clId="Web-{AD3D9574-8FC5-0898-4C66-0A6B839EDF31}" dt="2026-08-08T23:21:44.843" v="3" actId="1076"/>
          <ac:picMkLst>
            <pc:docMk/>
            <pc:sldMk cId="974644165" sldId="260"/>
            <ac:picMk id="3" creationId="{8EBAE9E4-BC5D-8D22-13EB-1FDF5A3EAF3A}"/>
          </ac:picMkLst>
        </pc:picChg>
      </pc:sldChg>
      <pc:sldChg chg="addSp modSp">
        <pc:chgData name="Laura Daniela Medina Paipilla" userId="S::laura.paipillamed@usantotomas.edu.co::03eb78ee-b104-4327-b04c-47e54e500431" providerId="AD" clId="Web-{AD3D9574-8FC5-0898-4C66-0A6B839EDF31}" dt="2026-08-08T23:22:42.626" v="15" actId="1076"/>
        <pc:sldMkLst>
          <pc:docMk/>
          <pc:sldMk cId="63476591" sldId="261"/>
        </pc:sldMkLst>
        <pc:spChg chg="mod">
          <ac:chgData name="Laura Daniela Medina Paipilla" userId="S::laura.paipillamed@usantotomas.edu.co::03eb78ee-b104-4327-b04c-47e54e500431" providerId="AD" clId="Web-{AD3D9574-8FC5-0898-4C66-0A6B839EDF31}" dt="2026-08-08T23:22:09.438" v="11" actId="1076"/>
          <ac:spMkLst>
            <pc:docMk/>
            <pc:sldMk cId="63476591" sldId="261"/>
            <ac:spMk id="2" creationId="{CCA5E198-A5B4-E1E9-1F91-CB61776F7D84}"/>
          </ac:spMkLst>
        </pc:spChg>
        <pc:picChg chg="add mod modCrop">
          <ac:chgData name="Laura Daniela Medina Paipilla" userId="S::laura.paipillamed@usantotomas.edu.co::03eb78ee-b104-4327-b04c-47e54e500431" providerId="AD" clId="Web-{AD3D9574-8FC5-0898-4C66-0A6B839EDF31}" dt="2026-08-08T23:22:42.626" v="15" actId="1076"/>
          <ac:picMkLst>
            <pc:docMk/>
            <pc:sldMk cId="63476591" sldId="261"/>
            <ac:picMk id="3" creationId="{84E9BA96-FB70-0EAE-FDFB-7746C6BDD145}"/>
          </ac:picMkLst>
        </pc:picChg>
      </pc:sldChg>
      <pc:sldChg chg="addSp delSp modSp add replId modTransition addAnim modAnim">
        <pc:chgData name="Laura Daniela Medina Paipilla" userId="S::laura.paipillamed@usantotomas.edu.co::03eb78ee-b104-4327-b04c-47e54e500431" providerId="AD" clId="Web-{AD3D9574-8FC5-0898-4C66-0A6B839EDF31}" dt="2026-08-08T23:28:56.373" v="87"/>
        <pc:sldMkLst>
          <pc:docMk/>
          <pc:sldMk cId="4157352957" sldId="262"/>
        </pc:sldMkLst>
        <pc:spChg chg="mod">
          <ac:chgData name="Laura Daniela Medina Paipilla" userId="S::laura.paipillamed@usantotomas.edu.co::03eb78ee-b104-4327-b04c-47e54e500431" providerId="AD" clId="Web-{AD3D9574-8FC5-0898-4C66-0A6B839EDF31}" dt="2026-08-08T23:23:28.518" v="46" actId="14100"/>
          <ac:spMkLst>
            <pc:docMk/>
            <pc:sldMk cId="4157352957" sldId="262"/>
            <ac:spMk id="2" creationId="{6EC4C5DC-D60F-A736-97BB-E13B4C78FD9A}"/>
          </ac:spMkLst>
        </pc:spChg>
        <pc:picChg chg="add mod modCrop">
          <ac:chgData name="Laura Daniela Medina Paipilla" userId="S::laura.paipillamed@usantotomas.edu.co::03eb78ee-b104-4327-b04c-47e54e500431" providerId="AD" clId="Web-{AD3D9574-8FC5-0898-4C66-0A6B839EDF31}" dt="2026-08-08T23:27:12.916" v="69" actId="1076"/>
          <ac:picMkLst>
            <pc:docMk/>
            <pc:sldMk cId="4157352957" sldId="262"/>
            <ac:picMk id="4" creationId="{80822A34-6CFC-D01C-1F3A-9FEDECB4CE4F}"/>
          </ac:picMkLst>
        </pc:picChg>
        <pc:picChg chg="add mod modCrop">
          <ac:chgData name="Laura Daniela Medina Paipilla" userId="S::laura.paipillamed@usantotomas.edu.co::03eb78ee-b104-4327-b04c-47e54e500431" providerId="AD" clId="Web-{AD3D9574-8FC5-0898-4C66-0A6B839EDF31}" dt="2026-08-08T23:27:14.776" v="70" actId="1076"/>
          <ac:picMkLst>
            <pc:docMk/>
            <pc:sldMk cId="4157352957" sldId="262"/>
            <ac:picMk id="6" creationId="{004E718F-F0DC-BCE1-EFC9-EC1BDACEAC92}"/>
          </ac:picMkLst>
        </pc:picChg>
        <pc:picChg chg="add mod modCrop">
          <ac:chgData name="Laura Daniela Medina Paipilla" userId="S::laura.paipillamed@usantotomas.edu.co::03eb78ee-b104-4327-b04c-47e54e500431" providerId="AD" clId="Web-{AD3D9574-8FC5-0898-4C66-0A6B839EDF31}" dt="2026-08-08T23:27:50.043" v="77" actId="1076"/>
          <ac:picMkLst>
            <pc:docMk/>
            <pc:sldMk cId="4157352957" sldId="262"/>
            <ac:picMk id="8" creationId="{6A9AB5BB-8068-42EE-6F50-347C27545B10}"/>
          </ac:picMkLst>
        </pc:picChg>
        <pc:picChg chg="add mod modCrop">
          <ac:chgData name="Laura Daniela Medina Paipilla" userId="S::laura.paipillamed@usantotomas.edu.co::03eb78ee-b104-4327-b04c-47e54e500431" providerId="AD" clId="Web-{AD3D9574-8FC5-0898-4C66-0A6B839EDF31}" dt="2026-08-08T23:28:49.873" v="85" actId="1076"/>
          <ac:picMkLst>
            <pc:docMk/>
            <pc:sldMk cId="4157352957" sldId="262"/>
            <ac:picMk id="9" creationId="{9D3F5388-F6E1-2F5F-1D72-D559750E74A0}"/>
          </ac:picMkLst>
        </pc:picChg>
      </pc:sldChg>
      <pc:sldChg chg="addSp delSp modSp add ord replId">
        <pc:chgData name="Laura Daniela Medina Paipilla" userId="S::laura.paipillamed@usantotomas.edu.co::03eb78ee-b104-4327-b04c-47e54e500431" providerId="AD" clId="Web-{AD3D9574-8FC5-0898-4C66-0A6B839EDF31}" dt="2026-08-08T23:30:19.487" v="122" actId="1076"/>
        <pc:sldMkLst>
          <pc:docMk/>
          <pc:sldMk cId="830611925" sldId="263"/>
        </pc:sldMkLst>
        <pc:spChg chg="mod">
          <ac:chgData name="Laura Daniela Medina Paipilla" userId="S::laura.paipillamed@usantotomas.edu.co::03eb78ee-b104-4327-b04c-47e54e500431" providerId="AD" clId="Web-{AD3D9574-8FC5-0898-4C66-0A6B839EDF31}" dt="2026-08-08T23:29:39.968" v="113" actId="14100"/>
          <ac:spMkLst>
            <pc:docMk/>
            <pc:sldMk cId="830611925" sldId="263"/>
            <ac:spMk id="2" creationId="{AFCA7FC3-3856-B0A7-8145-464B61AE0DA7}"/>
          </ac:spMkLst>
        </pc:spChg>
        <pc:picChg chg="add mod modCrop">
          <ac:chgData name="Laura Daniela Medina Paipilla" userId="S::laura.paipillamed@usantotomas.edu.co::03eb78ee-b104-4327-b04c-47e54e500431" providerId="AD" clId="Web-{AD3D9574-8FC5-0898-4C66-0A6B839EDF31}" dt="2026-08-08T23:30:19.487" v="122" actId="1076"/>
          <ac:picMkLst>
            <pc:docMk/>
            <pc:sldMk cId="830611925" sldId="263"/>
            <ac:picMk id="6" creationId="{3690F6F2-3AC2-8390-8188-21B2B7A2F73A}"/>
          </ac:picMkLst>
        </pc:picChg>
      </pc:sldChg>
      <pc:sldChg chg="addSp delSp modSp add replId">
        <pc:chgData name="Laura Daniela Medina Paipilla" userId="S::laura.paipillamed@usantotomas.edu.co::03eb78ee-b104-4327-b04c-47e54e500431" providerId="AD" clId="Web-{AD3D9574-8FC5-0898-4C66-0A6B839EDF31}" dt="2026-08-08T23:32:07.850" v="152" actId="14100"/>
        <pc:sldMkLst>
          <pc:docMk/>
          <pc:sldMk cId="1986044654" sldId="264"/>
        </pc:sldMkLst>
        <pc:spChg chg="mod">
          <ac:chgData name="Laura Daniela Medina Paipilla" userId="S::laura.paipillamed@usantotomas.edu.co::03eb78ee-b104-4327-b04c-47e54e500431" providerId="AD" clId="Web-{AD3D9574-8FC5-0898-4C66-0A6B839EDF31}" dt="2026-08-08T23:32:07.850" v="152" actId="14100"/>
          <ac:spMkLst>
            <pc:docMk/>
            <pc:sldMk cId="1986044654" sldId="264"/>
            <ac:spMk id="2" creationId="{BF71E806-3A14-A3D9-1ABA-17D55BD09250}"/>
          </ac:spMkLst>
        </pc:spChg>
        <pc:picChg chg="add mod modCrop">
          <ac:chgData name="Laura Daniela Medina Paipilla" userId="S::laura.paipillamed@usantotomas.edu.co::03eb78ee-b104-4327-b04c-47e54e500431" providerId="AD" clId="Web-{AD3D9574-8FC5-0898-4C66-0A6B839EDF31}" dt="2026-08-08T23:31:28.208" v="128" actId="1076"/>
          <ac:picMkLst>
            <pc:docMk/>
            <pc:sldMk cId="1986044654" sldId="264"/>
            <ac:picMk id="3" creationId="{157CDA04-7262-DC70-1B2D-3A75C4F3A585}"/>
          </ac:picMkLst>
        </pc:picChg>
      </pc:sldChg>
      <pc:sldChg chg="addSp delSp modSp add replId addAnim modAnim">
        <pc:chgData name="Laura Daniela Medina Paipilla" userId="S::laura.paipillamed@usantotomas.edu.co::03eb78ee-b104-4327-b04c-47e54e500431" providerId="AD" clId="Web-{AD3D9574-8FC5-0898-4C66-0A6B839EDF31}" dt="2026-08-08T23:37:31.713" v="173" actId="1076"/>
        <pc:sldMkLst>
          <pc:docMk/>
          <pc:sldMk cId="1436656765" sldId="266"/>
        </pc:sldMkLst>
        <pc:picChg chg="add mod modCrop">
          <ac:chgData name="Laura Daniela Medina Paipilla" userId="S::laura.paipillamed@usantotomas.edu.co::03eb78ee-b104-4327-b04c-47e54e500431" providerId="AD" clId="Web-{AD3D9574-8FC5-0898-4C66-0A6B839EDF31}" dt="2026-08-08T23:35:43.013" v="164" actId="1076"/>
          <ac:picMkLst>
            <pc:docMk/>
            <pc:sldMk cId="1436656765" sldId="266"/>
            <ac:picMk id="4" creationId="{7976A298-7ACA-CC2E-9BE0-4CD01D6575A4}"/>
          </ac:picMkLst>
        </pc:picChg>
        <pc:picChg chg="add mod modCrop">
          <ac:chgData name="Laura Daniela Medina Paipilla" userId="S::laura.paipillamed@usantotomas.edu.co::03eb78ee-b104-4327-b04c-47e54e500431" providerId="AD" clId="Web-{AD3D9574-8FC5-0898-4C66-0A6B839EDF31}" dt="2026-08-08T23:37:31.713" v="173" actId="1076"/>
          <ac:picMkLst>
            <pc:docMk/>
            <pc:sldMk cId="1436656765" sldId="266"/>
            <ac:picMk id="6" creationId="{E90D6084-A691-5C86-FD29-41679DB2B96C}"/>
          </ac:picMkLst>
        </pc:picChg>
      </pc:sldChg>
      <pc:sldChg chg="addSp delSp modSp new mod setBg">
        <pc:chgData name="Laura Daniela Medina Paipilla" userId="S::laura.paipillamed@usantotomas.edu.co::03eb78ee-b104-4327-b04c-47e54e500431" providerId="AD" clId="Web-{AD3D9574-8FC5-0898-4C66-0A6B839EDF31}" dt="2026-08-08T23:53:45.839" v="188"/>
        <pc:sldMkLst>
          <pc:docMk/>
          <pc:sldMk cId="3423737268" sldId="267"/>
        </pc:sldMkLst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11" creationId="{F3060C83-F051-4F0E-ABAD-AA0DFC48B218}"/>
          </ac:spMkLst>
        </pc:spChg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13" creationId="{83C98ABE-055B-441F-B07E-44F97F083C39}"/>
          </ac:spMkLst>
        </pc:spChg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15" creationId="{29FDB030-9B49-4CED-8CCD-4D99382388AC}"/>
          </ac:spMkLst>
        </pc:spChg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17" creationId="{3783CA14-24A1-485C-8B30-D6A5D87987AD}"/>
          </ac:spMkLst>
        </pc:spChg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19" creationId="{9A97C86A-04D6-40F7-AE84-31AB43E6A846}"/>
          </ac:spMkLst>
        </pc:spChg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21" creationId="{FF9F2414-84E8-453E-B1F3-389FDE8192D9}"/>
          </ac:spMkLst>
        </pc:spChg>
        <pc:spChg chg="add">
          <ac:chgData name="Laura Daniela Medina Paipilla" userId="S::laura.paipillamed@usantotomas.edu.co::03eb78ee-b104-4327-b04c-47e54e500431" providerId="AD" clId="Web-{AD3D9574-8FC5-0898-4C66-0A6B839EDF31}" dt="2026-08-08T23:52:47.994" v="182"/>
          <ac:spMkLst>
            <pc:docMk/>
            <pc:sldMk cId="3423737268" sldId="267"/>
            <ac:spMk id="23" creationId="{3ECA69A1-7536-43AC-85EF-C7106179F5ED}"/>
          </ac:spMkLst>
        </pc:spChg>
        <pc:picChg chg="add mod">
          <ac:chgData name="Laura Daniela Medina Paipilla" userId="S::laura.paipillamed@usantotomas.edu.co::03eb78ee-b104-4327-b04c-47e54e500431" providerId="AD" clId="Web-{AD3D9574-8FC5-0898-4C66-0A6B839EDF31}" dt="2026-08-08T23:52:59.244" v="186" actId="1076"/>
          <ac:picMkLst>
            <pc:docMk/>
            <pc:sldMk cId="3423737268" sldId="267"/>
            <ac:picMk id="6" creationId="{A60D5F85-34E5-F430-81D2-CE1E1D918C6F}"/>
          </ac:picMkLst>
        </pc:picChg>
      </pc:sldChg>
    </pc:docChg>
  </pc:docChgLst>
  <pc:docChgLst>
    <pc:chgData name="Laura Daniela Medina Paipilla" userId="S::laura.paipillamed@usantotomas.edu.co::03eb78ee-b104-4327-b04c-47e54e500431" providerId="AD" clId="Web-{5546B2AD-5F79-1688-4BCE-68BE5BC7A7AD}"/>
    <pc:docChg chg="delSld modSld">
      <pc:chgData name="Laura Daniela Medina Paipilla" userId="S::laura.paipillamed@usantotomas.edu.co::03eb78ee-b104-4327-b04c-47e54e500431" providerId="AD" clId="Web-{5546B2AD-5F79-1688-4BCE-68BE5BC7A7AD}" dt="2026-08-08T23:42:07.401" v="10"/>
      <pc:docMkLst>
        <pc:docMk/>
      </pc:docMkLst>
      <pc:sldChg chg="modSp addAnim delAnim modAnim">
        <pc:chgData name="Laura Daniela Medina Paipilla" userId="S::laura.paipillamed@usantotomas.edu.co::03eb78ee-b104-4327-b04c-47e54e500431" providerId="AD" clId="Web-{5546B2AD-5F79-1688-4BCE-68BE5BC7A7AD}" dt="2026-08-08T23:42:07.401" v="10"/>
        <pc:sldMkLst>
          <pc:docMk/>
          <pc:sldMk cId="1436656765" sldId="266"/>
        </pc:sldMkLst>
        <pc:picChg chg="mod">
          <ac:chgData name="Laura Daniela Medina Paipilla" userId="S::laura.paipillamed@usantotomas.edu.co::03eb78ee-b104-4327-b04c-47e54e500431" providerId="AD" clId="Web-{5546B2AD-5F79-1688-4BCE-68BE5BC7A7AD}" dt="2026-08-08T23:41:32.508" v="3" actId="1076"/>
          <ac:picMkLst>
            <pc:docMk/>
            <pc:sldMk cId="1436656765" sldId="266"/>
            <ac:picMk id="6" creationId="{E90D6084-A691-5C86-FD29-41679DB2B96C}"/>
          </ac:picMkLst>
        </pc:picChg>
      </pc:sldChg>
    </pc:docChg>
  </pc:docChgLst>
  <pc:docChgLst>
    <pc:chgData name="Yurieth Najhery Soler Maldonado" userId="S::yuriethsoler@usantotomas.edu.co::04cebb23-2e40-4da8-b0a8-abecf4587bb1" providerId="AD" clId="Web-{B78631FB-A9DF-BDBF-EC6A-704CF021061E}"/>
    <pc:docChg chg="modSld">
      <pc:chgData name="Yurieth Najhery Soler Maldonado" userId="S::yuriethsoler@usantotomas.edu.co::04cebb23-2e40-4da8-b0a8-abecf4587bb1" providerId="AD" clId="Web-{B78631FB-A9DF-BDBF-EC6A-704CF021061E}" dt="2026-08-10T23:44:33.965" v="9" actId="20577"/>
      <pc:docMkLst>
        <pc:docMk/>
      </pc:docMkLst>
      <pc:sldChg chg="modSp">
        <pc:chgData name="Yurieth Najhery Soler Maldonado" userId="S::yuriethsoler@usantotomas.edu.co::04cebb23-2e40-4da8-b0a8-abecf4587bb1" providerId="AD" clId="Web-{B78631FB-A9DF-BDBF-EC6A-704CF021061E}" dt="2026-08-10T23:44:33.965" v="9" actId="20577"/>
        <pc:sldMkLst>
          <pc:docMk/>
          <pc:sldMk cId="1436656765" sldId="266"/>
        </pc:sldMkLst>
        <pc:spChg chg="mod">
          <ac:chgData name="Yurieth Najhery Soler Maldonado" userId="S::yuriethsoler@usantotomas.edu.co::04cebb23-2e40-4da8-b0a8-abecf4587bb1" providerId="AD" clId="Web-{B78631FB-A9DF-BDBF-EC6A-704CF021061E}" dt="2026-08-10T23:44:33.965" v="9" actId="20577"/>
          <ac:spMkLst>
            <pc:docMk/>
            <pc:sldMk cId="1436656765" sldId="266"/>
            <ac:spMk id="2" creationId="{4FEFE6DF-3EB7-FDA3-AAD6-2D4C4106255D}"/>
          </ac:spMkLst>
        </pc:spChg>
      </pc:sldChg>
    </pc:docChg>
  </pc:docChgLst>
  <pc:docChgLst>
    <pc:chgData name="Sergio Beltrán Ruiz" userId="S::sergio.beltran@usantotomas.edu.co::00228fbb-c5d7-4615-b596-c0c8e466f22e" providerId="AD" clId="Web-{E5E32F09-AF2C-304A-697F-1356C0488EDA}"/>
    <pc:docChg chg="modSld">
      <pc:chgData name="Sergio Beltrán Ruiz" userId="S::sergio.beltran@usantotomas.edu.co::00228fbb-c5d7-4615-b596-c0c8e466f22e" providerId="AD" clId="Web-{E5E32F09-AF2C-304A-697F-1356C0488EDA}" dt="2026-08-10T00:25:15.836" v="101" actId="20577"/>
      <pc:docMkLst>
        <pc:docMk/>
      </pc:docMkLst>
      <pc:sldChg chg="addSp modSp">
        <pc:chgData name="Sergio Beltrán Ruiz" userId="S::sergio.beltran@usantotomas.edu.co::00228fbb-c5d7-4615-b596-c0c8e466f22e" providerId="AD" clId="Web-{E5E32F09-AF2C-304A-697F-1356C0488EDA}" dt="2026-08-10T00:25:15.836" v="101" actId="20577"/>
        <pc:sldMkLst>
          <pc:docMk/>
          <pc:sldMk cId="63476591" sldId="261"/>
        </pc:sldMkLst>
        <pc:spChg chg="add mod">
          <ac:chgData name="Sergio Beltrán Ruiz" userId="S::sergio.beltran@usantotomas.edu.co::00228fbb-c5d7-4615-b596-c0c8e466f22e" providerId="AD" clId="Web-{E5E32F09-AF2C-304A-697F-1356C0488EDA}" dt="2026-08-10T00:25:15.836" v="101" actId="20577"/>
          <ac:spMkLst>
            <pc:docMk/>
            <pc:sldMk cId="63476591" sldId="261"/>
            <ac:spMk id="4" creationId="{97B02FD5-C62C-FB50-8D27-BAD4D35788BE}"/>
          </ac:spMkLst>
        </pc:spChg>
        <pc:spChg chg="add mod">
          <ac:chgData name="Sergio Beltrán Ruiz" userId="S::sergio.beltran@usantotomas.edu.co::00228fbb-c5d7-4615-b596-c0c8e466f22e" providerId="AD" clId="Web-{E5E32F09-AF2C-304A-697F-1356C0488EDA}" dt="2026-08-10T00:24:34.584" v="94" actId="20577"/>
          <ac:spMkLst>
            <pc:docMk/>
            <pc:sldMk cId="63476591" sldId="261"/>
            <ac:spMk id="6" creationId="{654E5485-7773-1892-8920-1243EAADDF7C}"/>
          </ac:spMkLst>
        </pc:spChg>
        <pc:picChg chg="mod">
          <ac:chgData name="Sergio Beltrán Ruiz" userId="S::sergio.beltran@usantotomas.edu.co::00228fbb-c5d7-4615-b596-c0c8e466f22e" providerId="AD" clId="Web-{E5E32F09-AF2C-304A-697F-1356C0488EDA}" dt="2026-08-10T00:22:38.671" v="1" actId="1076"/>
          <ac:picMkLst>
            <pc:docMk/>
            <pc:sldMk cId="63476591" sldId="261"/>
            <ac:picMk id="3" creationId="{84E9BA96-FB70-0EAE-FDFB-7746C6BDD145}"/>
          </ac:picMkLst>
        </pc:picChg>
        <pc:cxnChg chg="add mod">
          <ac:chgData name="Sergio Beltrán Ruiz" userId="S::sergio.beltran@usantotomas.edu.co::00228fbb-c5d7-4615-b596-c0c8e466f22e" providerId="AD" clId="Web-{E5E32F09-AF2C-304A-697F-1356C0488EDA}" dt="2026-08-10T00:25:02.554" v="97" actId="14100"/>
          <ac:cxnSpMkLst>
            <pc:docMk/>
            <pc:sldMk cId="63476591" sldId="261"/>
            <ac:cxnSpMk id="8" creationId="{3777B71B-99F0-186F-97B3-2B2488456AC5}"/>
          </ac:cxnSpMkLst>
        </pc:cxn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10/08/2026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e la Santo Tomás.svg - Wikipedia, la enciclopedia libre">
            <a:extLst>
              <a:ext uri="{FF2B5EF4-FFF2-40B4-BE49-F238E27FC236}">
                <a16:creationId xmlns:a16="http://schemas.microsoft.com/office/drawing/2014/main" id="{B2B34133-D24B-2FBF-DA3C-29A61A1B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6" y="162606"/>
            <a:ext cx="3799115" cy="11008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B7DB386-60D5-D6BF-BDD1-327FEF5E1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26" r="-89" b="20993"/>
          <a:stretch>
            <a:fillRect/>
          </a:stretch>
        </p:blipFill>
        <p:spPr>
          <a:xfrm>
            <a:off x="-10885" y="1710275"/>
            <a:ext cx="12202899" cy="29372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26024A3-8CE0-BECC-C8EC-A6E10BBD7F07}"/>
              </a:ext>
            </a:extLst>
          </p:cNvPr>
          <p:cNvSpPr txBox="1"/>
          <p:nvPr/>
        </p:nvSpPr>
        <p:spPr>
          <a:xfrm>
            <a:off x="6199500" y="5523192"/>
            <a:ext cx="5391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latin typeface="Aptos Serif"/>
                <a:cs typeface="Aptos Serif"/>
              </a:rPr>
              <a:t>Grupo 03</a:t>
            </a:r>
          </a:p>
          <a:p>
            <a:r>
              <a:rPr lang="es-ES" sz="2000">
                <a:latin typeface="Aptos Serif"/>
                <a:cs typeface="Aptos Serif"/>
              </a:rPr>
              <a:t>Dirección del trabajo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0C043A2-60F6-3DE0-5AB5-5242CF94C0F6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640D2-2E81-41DB-EFD6-EFD829DD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541" y="242609"/>
            <a:ext cx="6550992" cy="939043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Objetivos y Pregunta de Investigación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C772B402-1ABA-3041-3D81-C79C7A05D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02CBA7A1-5A4E-FDF7-585A-F20A2DDEDDFF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14F5184-FE78-8EB3-0527-43A240FA4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4" t="7792" r="7061" b="4992"/>
          <a:stretch>
            <a:fillRect/>
          </a:stretch>
        </p:blipFill>
        <p:spPr>
          <a:xfrm>
            <a:off x="1440055" y="987777"/>
            <a:ext cx="9308725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1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13CCC-C353-1C21-010D-31837FE4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89FE9-EE4D-D951-BEB8-AE65E752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22" y="397390"/>
            <a:ext cx="6550992" cy="939043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Justificación del Proyecto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22F79FF6-A8C3-E926-F583-B2978223C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C1EC6804-128F-E873-66FE-DBD10A3E43CC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5066DB-BBCD-4826-31C1-E72288E6AE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6" t="15412" r="4410" b="11501"/>
          <a:stretch>
            <a:fillRect/>
          </a:stretch>
        </p:blipFill>
        <p:spPr>
          <a:xfrm>
            <a:off x="442531" y="1194670"/>
            <a:ext cx="11295145" cy="497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0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225E4-F51F-1D8F-8DA2-BD09DFB9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5E198-A5B4-E1E9-1F91-CB61776F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440" y="408433"/>
            <a:ext cx="3072297" cy="894871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Estado del arte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850321F6-1C84-4D2E-28B9-82FAA57C2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C3F42E5C-D94D-22AF-1536-1B967239974B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BAE9E4-BC5D-8D22-13EB-1FDF5A3EA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1" t="10552" r="2010" b="26879"/>
          <a:stretch>
            <a:fillRect/>
          </a:stretch>
        </p:blipFill>
        <p:spPr>
          <a:xfrm>
            <a:off x="99321" y="1300143"/>
            <a:ext cx="11958085" cy="425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4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225E4-F51F-1D8F-8DA2-BD09DFB9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5E198-A5B4-E1E9-1F91-CB61776F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483" y="397389"/>
            <a:ext cx="3547166" cy="916957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Vacío metodológico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850321F6-1C84-4D2E-28B9-82FAA57C2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C3F42E5C-D94D-22AF-1536-1B967239974B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E9BA96-FB70-0EAE-FDFB-7746C6BDD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9" t="72402" r="3714" b="3298"/>
          <a:stretch>
            <a:fillRect/>
          </a:stretch>
        </p:blipFill>
        <p:spPr>
          <a:xfrm>
            <a:off x="104411" y="1775801"/>
            <a:ext cx="11748808" cy="16518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02FD5-C62C-FB50-8D27-BAD4D35788BE}"/>
              </a:ext>
            </a:extLst>
          </p:cNvPr>
          <p:cNvSpPr txBox="1"/>
          <p:nvPr/>
        </p:nvSpPr>
        <p:spPr>
          <a:xfrm>
            <a:off x="1133929" y="3960091"/>
            <a:ext cx="299719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No solo </a:t>
            </a:r>
            <a:r>
              <a:rPr lang="en-US" sz="2000" err="1"/>
              <a:t>evaluar</a:t>
            </a:r>
            <a:r>
              <a:rPr lang="en-US" sz="2000"/>
              <a:t> la </a:t>
            </a:r>
            <a:r>
              <a:rPr lang="en-US" sz="2000" err="1"/>
              <a:t>calidad</a:t>
            </a:r>
            <a:r>
              <a:rPr lang="en-US" sz="2000"/>
              <a:t> de 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err="1"/>
              <a:t>datos</a:t>
            </a:r>
            <a:r>
              <a:rPr lang="en-US" sz="2000"/>
              <a:t> </a:t>
            </a:r>
            <a:r>
              <a:rPr lang="en-US" sz="2000" err="1"/>
              <a:t>sino</a:t>
            </a:r>
            <a:r>
              <a:rPr lang="en-US" sz="2000"/>
              <a:t> </a:t>
            </a:r>
            <a:r>
              <a:rPr lang="en-US" sz="2000" err="1"/>
              <a:t>detectar</a:t>
            </a:r>
            <a:r>
              <a:rPr lang="en-US" sz="2000"/>
              <a:t> </a:t>
            </a:r>
            <a:r>
              <a:rPr lang="en-US" sz="2000" err="1"/>
              <a:t>anomalias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el </a:t>
            </a:r>
            <a:r>
              <a:rPr lang="en-US" sz="2000" err="1"/>
              <a:t>proceso</a:t>
            </a: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E5485-7773-1892-8920-1243EAADDF7C}"/>
              </a:ext>
            </a:extLst>
          </p:cNvPr>
          <p:cNvSpPr txBox="1"/>
          <p:nvPr/>
        </p:nvSpPr>
        <p:spPr>
          <a:xfrm>
            <a:off x="6086927" y="4087089"/>
            <a:ext cx="371384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err="1"/>
              <a:t>Perfilamiento</a:t>
            </a:r>
            <a:r>
              <a:rPr lang="en-US" sz="1400"/>
              <a:t> </a:t>
            </a:r>
            <a:r>
              <a:rPr lang="en-US" sz="1400" err="1"/>
              <a:t>estadistico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Reglas de </a:t>
            </a:r>
            <a:r>
              <a:rPr lang="en-US" sz="1400" err="1"/>
              <a:t>negocio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err="1"/>
              <a:t>Detección</a:t>
            </a:r>
            <a:r>
              <a:rPr lang="en-US" sz="1400"/>
              <a:t> de </a:t>
            </a:r>
            <a:r>
              <a:rPr lang="en-US" sz="1400" err="1"/>
              <a:t>anomalías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err="1"/>
              <a:t>Métricas</a:t>
            </a:r>
            <a:r>
              <a:rPr lang="en-US" sz="1400"/>
              <a:t> de </a:t>
            </a:r>
            <a:r>
              <a:rPr lang="en-US" sz="1400" err="1"/>
              <a:t>calidad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err="1"/>
              <a:t>Monitoreo</a:t>
            </a:r>
            <a:endParaRPr lang="en-US" sz="1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77B71B-99F0-186F-97B3-2B2488456AC5}"/>
              </a:ext>
            </a:extLst>
          </p:cNvPr>
          <p:cNvCxnSpPr/>
          <p:nvPr/>
        </p:nvCxnSpPr>
        <p:spPr>
          <a:xfrm flipV="1">
            <a:off x="4126675" y="4698174"/>
            <a:ext cx="1774700" cy="8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76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2693-14E9-4DA9-045F-E26124175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4C5DC-D60F-A736-97BB-E13B4C78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483" y="419475"/>
            <a:ext cx="4231861" cy="894871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Descripción de Datos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7D4EE528-9B45-3EEC-E80B-9BA903A4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5D068EF5-C5E1-E93D-FA1F-D078DA886102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822A34-6CFC-D01C-1F3A-9FEDECB4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5" t="7792" r="50616" b="52405"/>
          <a:stretch>
            <a:fillRect/>
          </a:stretch>
        </p:blipFill>
        <p:spPr>
          <a:xfrm>
            <a:off x="864427" y="1154291"/>
            <a:ext cx="4519077" cy="213326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4E718F-F0DC-BCE1-EFC9-EC1BDACEA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84" t="7823" r="2812" b="51924"/>
          <a:stretch>
            <a:fillRect/>
          </a:stretch>
        </p:blipFill>
        <p:spPr>
          <a:xfrm>
            <a:off x="6643688" y="1155038"/>
            <a:ext cx="4514874" cy="21308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A9AB5BB-8068-42EE-6F50-347C27545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5" t="50066" r="50201" b="9282"/>
          <a:stretch>
            <a:fillRect/>
          </a:stretch>
        </p:blipFill>
        <p:spPr>
          <a:xfrm>
            <a:off x="812006" y="3645917"/>
            <a:ext cx="4616588" cy="214613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3F5388-F6E1-2F5F-1D72-D559750E7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895" t="53171" r="2422" b="9282"/>
          <a:stretch>
            <a:fillRect/>
          </a:stretch>
        </p:blipFill>
        <p:spPr>
          <a:xfrm>
            <a:off x="6645707" y="3714131"/>
            <a:ext cx="4620006" cy="20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5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7517-CDCB-4B28-C332-A696A661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A7FC3-3856-B0A7-8145-464B61AE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483" y="421201"/>
            <a:ext cx="3904353" cy="893145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Variables de Estudio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2756C37C-691C-F596-E318-768A04F3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F35627A9-0187-F7AA-5A33-122998070E85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90F6F2-3AC2-8390-8188-21B2B7A2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" t="22592" r="1641" b="3053"/>
          <a:stretch>
            <a:fillRect/>
          </a:stretch>
        </p:blipFill>
        <p:spPr>
          <a:xfrm>
            <a:off x="93345" y="1317105"/>
            <a:ext cx="11993891" cy="50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1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5190-18E2-B10C-22DC-8B02EF43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1E806-3A14-A3D9-1ABA-17D55BD09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483" y="433107"/>
            <a:ext cx="4749696" cy="881239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Análisis de datos faltantes</a:t>
            </a: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A4E6EC39-59D2-0307-2EE6-52985E73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EBAF4ADA-3E1D-488E-4BFE-308481024537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7CDA04-7262-DC70-1B2D-3A75C4F3A5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" t="24762" r="1641" b="11676"/>
          <a:stretch>
            <a:fillRect/>
          </a:stretch>
        </p:blipFill>
        <p:spPr>
          <a:xfrm>
            <a:off x="188595" y="1425578"/>
            <a:ext cx="11993893" cy="432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4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6E23-0CCB-D3D3-4ABD-4FC228D7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FE6DF-3EB7-FDA3-AAD6-2D4C4106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483" y="433107"/>
            <a:ext cx="4749696" cy="881239"/>
          </a:xfrm>
        </p:spPr>
        <p:txBody>
          <a:bodyPr/>
          <a:lstStyle/>
          <a:p>
            <a:r>
              <a:rPr lang="es-ES" sz="2800" b="1">
                <a:solidFill>
                  <a:schemeClr val="accent1"/>
                </a:solidFill>
                <a:latin typeface="Aptos Serif"/>
                <a:cs typeface="Aptos Serif"/>
              </a:rPr>
              <a:t>Arquitectura</a:t>
            </a:r>
            <a:endParaRPr lang="es-ES">
              <a:solidFill>
                <a:schemeClr val="accent1"/>
              </a:solidFill>
            </a:endParaRPr>
          </a:p>
        </p:txBody>
      </p:sp>
      <p:pic>
        <p:nvPicPr>
          <p:cNvPr id="5" name="Imagen 4" descr="Archivo:Logo de la Santo Tomás.svg - Wikipedia, la enciclopedia libre">
            <a:extLst>
              <a:ext uri="{FF2B5EF4-FFF2-40B4-BE49-F238E27FC236}">
                <a16:creationId xmlns:a16="http://schemas.microsoft.com/office/drawing/2014/main" id="{5631B59B-3B6B-1164-65AA-3EB1DFA71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8" y="-3046"/>
            <a:ext cx="2893552" cy="86890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9779034A-7C37-70B9-7E64-306A92A94E96}"/>
              </a:ext>
            </a:extLst>
          </p:cNvPr>
          <p:cNvSpPr/>
          <p:nvPr/>
        </p:nvSpPr>
        <p:spPr>
          <a:xfrm>
            <a:off x="-11906" y="6558629"/>
            <a:ext cx="12191695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76A298-7ACA-CC2E-9BE0-4CD01D657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" t="18739" r="40878" b="175"/>
          <a:stretch>
            <a:fillRect/>
          </a:stretch>
        </p:blipFill>
        <p:spPr>
          <a:xfrm>
            <a:off x="-1905" y="1312006"/>
            <a:ext cx="6350945" cy="48727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0D6084-A691-5C86-FD29-41679DB2B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5" t="3445" r="3887" b="3871"/>
          <a:stretch>
            <a:fillRect/>
          </a:stretch>
        </p:blipFill>
        <p:spPr>
          <a:xfrm>
            <a:off x="6691313" y="1000230"/>
            <a:ext cx="2967050" cy="485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5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1.702.900+ Gracias En Español Fotografías de stock, fotos e imágenes libres  de derechos - iStock">
            <a:extLst>
              <a:ext uri="{FF2B5EF4-FFF2-40B4-BE49-F238E27FC236}">
                <a16:creationId xmlns:a16="http://schemas.microsoft.com/office/drawing/2014/main" id="{A60D5F85-34E5-F430-81D2-CE1E1D918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810" y="1202795"/>
            <a:ext cx="6892660" cy="3440377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37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Tema de Office</vt:lpstr>
      <vt:lpstr>PowerPoint Presentation</vt:lpstr>
      <vt:lpstr>Objetivos y Pregunta de Investigación</vt:lpstr>
      <vt:lpstr>Justificación del Proyecto</vt:lpstr>
      <vt:lpstr>Estado del arte</vt:lpstr>
      <vt:lpstr>Vacío metodológico</vt:lpstr>
      <vt:lpstr>Descripción de Datos</vt:lpstr>
      <vt:lpstr>Variables de Estudio</vt:lpstr>
      <vt:lpstr>Análisis de datos faltantes</vt:lpstr>
      <vt:lpstr>Arquitectura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2026-08-08T22:56:56Z</dcterms:created>
  <dcterms:modified xsi:type="dcterms:W3CDTF">2026-08-10T23:45:20Z</dcterms:modified>
</cp:coreProperties>
</file>